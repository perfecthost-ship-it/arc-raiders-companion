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56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ARC COMPANION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66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TACTICAL GAMING COMMAND DEVICE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0" y="2560320"/>
            <a:ext cx="5486400" cy="457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Arduino Uno R3 | 12" HDMI Display | Military Tactical Design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 3D-Printed Case | Professional Portfolio Project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OVERVIEW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66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Full-Stack Gaming Hardware Device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0972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D4F1F"/>
                </a:solidFill>
              </a:rPr>
              <a:t>Custom-built tactical gaming device inspired by military radio equipment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002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D4F1F"/>
                </a:solidFill>
              </a:rPr>
              <a:t>Combines microcontroller, touchscreen, and professional control interface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D4F1F"/>
                </a:solidFill>
              </a:rPr>
              <a:t>Designed for ARC Raiders game: blueprint tracking, raid timer, statistics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060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D4F1F"/>
                </a:solidFill>
              </a:rPr>
              <a:t>Military aesthetic with functional components: 8 buttons, 2 knobs, 4 LEDs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089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D4F1F"/>
                </a:solidFill>
              </a:rPr>
              <a:t>3D-printed tactical case in olive drab with friction ridge grip surfaces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6118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D4F1F"/>
                </a:solidFill>
              </a:rPr>
              <a:t>Portfolio project demonstrating hardware design, electronics, 3D printing, and Arduino programming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DESIGN INSPIRATION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66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Military Tactical Radio Aesthetic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Visual Identity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645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Inspired by military communications equipment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11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Rugged, professional aesthetic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No unnecessary design flourishes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43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Function-first approach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108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Field-tested appearance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1EF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37760" y="1280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4F1F"/>
                </a:solidFill>
              </a:rPr>
              <a:t>Color Palette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37760" y="1737360"/>
            <a:ext cx="228600" cy="22860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303520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F1F"/>
                </a:solidFill>
              </a:rPr>
              <a:t>Olive Drab (Primary)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2148840"/>
            <a:ext cx="228600" cy="228600"/>
          </a:xfrm>
          <a:prstGeom prst="rect">
            <a:avLst/>
          </a:prstGeom>
          <a:solidFill>
            <a:srgbClr val="3D4F1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03520" y="2148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F1F"/>
                </a:solidFill>
              </a:rPr>
              <a:t>Dark Tactical Green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2560320"/>
            <a:ext cx="228600" cy="228600"/>
          </a:xfrm>
          <a:prstGeom prst="rect">
            <a:avLst/>
          </a:prstGeom>
          <a:solidFill>
            <a:srgbClr val="41404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30352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F1F"/>
                </a:solidFill>
              </a:rPr>
              <a:t>Gunmetal Gray (Accents)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2971800"/>
            <a:ext cx="228600" cy="2286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30352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F1F"/>
                </a:solidFill>
              </a:rPr>
              <a:t>Tactical Blue (Text)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3383280"/>
            <a:ext cx="228600" cy="2286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30352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F1F"/>
                </a:solidFill>
              </a:rPr>
              <a:t>Action Orange (Buttons)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DEVICE SPECIFICATIONS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66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Technical Overview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SPECIFICATION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VALUE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Display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12" Portable HDMI Monitor (1920x1080)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Controller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Arduino Uno R3 Microcontroller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Buttons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8 Programmable Push Buttons (4 action, 4 utility)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Controls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 Rotary Potentiometer Knobs (navigation/menu)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Status Indicators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 Color-coded LEDs (Power/Active/Alert/Signal)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Underglow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RGB WS2812B LED Strip (tactical green glow)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Case Dimensions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280mm W × 225mm H × 85mm D (compact tactical form)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Case Material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Olive Drab PLA (3D-printed, QIDI Q2)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Power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5V/3A Power Bank (portable operation)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Connectivity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USB Hub, HDMI, Micro-USB (Arduino)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Build Time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 weeks total | Print: 20-24 hours | Assembly: 8 hours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1005840"/>
            <a:ext cx="2286000" cy="256032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7" name="Shape 4"/>
          <p:cNvSpPr/>
          <p:nvPr/>
        </p:nvSpPr>
        <p:spPr>
          <a:xfrm>
            <a:off x="4800600" y="1005840"/>
            <a:ext cx="5943600" cy="256032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03327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SPECIFICATION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103327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VALUE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FEATURES: CONTROL PANEL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66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Buttons + 2 Knobs + 4 Status LEDs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329184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PROGRAMMABLE BUTTONS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691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▼ 4 Action Buttons (Orange)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9842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   Primary game controls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7685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   Fire, Menu, Confirm, etc.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5694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8620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▼ 4 Utility Buttons (Gray)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154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   Secondary functions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4472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   Settings, Stats, etc.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F1EF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937760" y="1280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4F1F"/>
                </a:solidFill>
              </a:rPr>
              <a:t>NAVIGATION CONTROLS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16459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1F"/>
                </a:solidFill>
              </a:rPr>
              <a:t>2 Rotary Potentiometer Knobs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1F"/>
                </a:solidFill>
              </a:rPr>
              <a:t>• Left knob: Menu navigation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1F"/>
                </a:solidFill>
              </a:rPr>
              <a:t>• Right knob: Value adjustment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1F"/>
                </a:solidFill>
              </a:rPr>
              <a:t>• Analog input range: 0-1023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1F"/>
                </a:solidFill>
              </a:rPr>
              <a:t>• Push function (optional) for select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3931920" cy="1554480"/>
          </a:xfrm>
          <a:prstGeom prst="rect">
            <a:avLst/>
          </a:prstGeom>
          <a:solidFill>
            <a:srgbClr val="F1EF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37760" y="3017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4F1F"/>
                </a:solidFill>
              </a:rPr>
              <a:t>STATUS INDICATORS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0" y="3474720"/>
            <a:ext cx="137160" cy="13716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303520" y="3429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1F"/>
                </a:solidFill>
              </a:rPr>
              <a:t>BLUE - Power Status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3794760"/>
            <a:ext cx="137160" cy="137160"/>
          </a:xfrm>
          <a:prstGeom prst="ellipse">
            <a:avLst/>
          </a:prstGeom>
          <a:solidFill>
            <a:srgbClr val="00FF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303520" y="3749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1F"/>
                </a:solidFill>
              </a:rPr>
              <a:t>GREEN - Device Active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4114800"/>
            <a:ext cx="137160" cy="137160"/>
          </a:xfrm>
          <a:prstGeom prst="ellipse">
            <a:avLst/>
          </a:prstGeom>
          <a:solidFill>
            <a:srgbClr val="FF330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303520" y="4069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1F"/>
                </a:solidFill>
              </a:rPr>
              <a:t>RED - Alert/Warning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0" y="4434840"/>
            <a:ext cx="137160" cy="13716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303520" y="4389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1F"/>
                </a:solidFill>
              </a:rPr>
              <a:t>YELLOW - Signal/Activity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ARDUINO INTEGRATION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66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Microcontroller &amp; Electronics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09728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4F1F"/>
                </a:solidFill>
              </a:rPr>
              <a:t>Arduino Uno R3: Main control processor running custom firmware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48132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4F1F"/>
                </a:solidFill>
              </a:rPr>
              <a:t>Pin Mapping: 8 buttons across pins 2-9 with internal pull-ups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65376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4F1F"/>
                </a:solidFill>
              </a:rPr>
              <a:t>Analog Inputs: 2 rotary knobs on A0-A3 for variable control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49424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4F1F"/>
                </a:solidFill>
              </a:rPr>
              <a:t>Digital Outputs: 4 status LEDs on pins 12, 13, A4, A5 with 220Ω resistors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3347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4F1F"/>
                </a:solidFill>
              </a:rPr>
              <a:t>WS2812B Driver: RGB underglow LED strip controlled via pin 11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01752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4F1F"/>
                </a:solidFill>
              </a:rPr>
              <a:t>Serial Communication: 9600 baud USB connection for debugging/data logging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40156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4F1F"/>
                </a:solidFill>
              </a:rPr>
              <a:t>Power Management: 5V/3A power distribution via USB hub to all components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785616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4F1F"/>
                </a:solidFill>
              </a:rPr>
              <a:t>EEPROM Storage: Persistent data for game progress and settings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3D DESIGN &amp; MANUFACTURING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66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OpenSCAD + QIDI Q2 Printer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329184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DESIGN PROCESS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37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OpenSCAD parametric design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848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Modular component layout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323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Button/knob mounting holes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797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LED indicator positions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1272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Cable management channels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474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Friction ridge patterns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8221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Corner reinforcements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3931920" cy="3291840"/>
          </a:xfrm>
          <a:prstGeom prst="rect">
            <a:avLst/>
          </a:prstGeom>
          <a:solidFill>
            <a:srgbClr val="F1EF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937760" y="1280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4F1F"/>
                </a:solidFill>
              </a:rPr>
              <a:t>PRINT SPECIFICATIONS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4F1F"/>
                </a:solidFill>
              </a:rPr>
              <a:t>Printer: QIDI Q2 3D Printer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20299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4F1F"/>
                </a:solidFill>
              </a:rPr>
              <a:t>Material: Olive Drab PLA 500g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23225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4F1F"/>
                </a:solidFill>
              </a:rPr>
              <a:t>Nozzle: 205°C | Bed: 60°C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26151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4F1F"/>
                </a:solidFill>
              </a:rPr>
              <a:t>Layer Height: 0.25mm (faster)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29077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4F1F"/>
                </a:solidFill>
              </a:rPr>
              <a:t>Infill: 20% honeycomb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4F1F"/>
                </a:solidFill>
              </a:rPr>
              <a:t>Supports: YES (extensive)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34930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4F1F"/>
                </a:solidFill>
              </a:rPr>
              <a:t>Print Time: 20-24 hours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37856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4F1F"/>
                </a:solidFill>
              </a:rPr>
              <a:t>Weight: 600-700g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40782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4F1F"/>
                </a:solidFill>
              </a:rPr>
              <a:t>Post-Processing: Sand, paint, finish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TACTICAL FINISHING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66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Military-Grade Paint &amp; Assembly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09728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F1F"/>
                </a:solidFill>
              </a:rPr>
              <a:t>PRIMARY COLORS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7160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1F"/>
                </a:solidFill>
              </a:rPr>
              <a:t>  Olive Drab base coat (military standard) - 2 coats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64592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1F"/>
                </a:solidFill>
              </a:rPr>
              <a:t>  Gunmetal gray accents on corner reinforcements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92024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1F"/>
                </a:solidFill>
              </a:rPr>
              <a:t>  Matte clear polyurethane protective coat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9456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46888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F1F"/>
                </a:solidFill>
              </a:rPr>
              <a:t>PROFESSIONAL DETAILING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74320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1F"/>
                </a:solidFill>
              </a:rPr>
              <a:t>  Sand 200-grit → 400-grit for smooth finish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01752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1F"/>
                </a:solidFill>
              </a:rPr>
              <a:t>  Precision masking for clean lines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29184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1F"/>
                </a:solidFill>
              </a:rPr>
              <a:t>  48-hour cure time for durability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56616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1F"/>
                </a:solidFill>
              </a:rPr>
              <a:t>  Optional: Tactical stencils, weathering effects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84048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11480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F1F"/>
                </a:solidFill>
              </a:rPr>
              <a:t>ASSEMBLY &amp; INTEGRATION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38912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1F"/>
                </a:solidFill>
              </a:rPr>
              <a:t>  Button/knob mounting and testing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66344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1F"/>
                </a:solidFill>
              </a:rPr>
              <a:t>  LED indicator installation with resistors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93776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1F"/>
                </a:solidFill>
              </a:rPr>
              <a:t>  Cable routing through internal channels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521208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1F"/>
                </a:solidFill>
              </a:rPr>
              <a:t>  Arduino secure mounting on internal bracket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548640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1F"/>
                </a:solidFill>
              </a:rPr>
              <a:t>  12" monitor bezel installation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576072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1F"/>
                </a:solidFill>
              </a:rPr>
              <a:t>  Underglow LED strip final placement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TIMELINE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66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Phases &amp; Duration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0332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 DESIGN &amp; PLANNING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10332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600"/>
                </a:solidFill>
              </a:rPr>
              <a:t>2-3 days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0332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CAD design, component selection, cost estimation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44752"/>
            <a:ext cx="8229600" cy="365760"/>
          </a:xfrm>
          <a:prstGeom prst="rect">
            <a:avLst/>
          </a:prstGeom>
          <a:solidFill>
            <a:srgbClr val="41404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14721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2. 3D PRINTING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147218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600"/>
                </a:solidFill>
              </a:rPr>
              <a:t>24-30 hours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147218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Print case body and components on QIDI Q2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883664"/>
            <a:ext cx="8229600" cy="36576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19110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3. POST-PROCESSING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191109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600"/>
                </a:solidFill>
              </a:rPr>
              <a:t>3-4 hours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191109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Support removal, sanding, cleaning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322576"/>
            <a:ext cx="8229600" cy="365760"/>
          </a:xfrm>
          <a:prstGeom prst="rect">
            <a:avLst/>
          </a:prstGeom>
          <a:solidFill>
            <a:srgbClr val="41404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23500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4. HARDWARE ASSEMBLY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23500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600"/>
                </a:solidFill>
              </a:rPr>
              <a:t>4-5 hours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23500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Button/knob mounting, LED installation, wiring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761488"/>
            <a:ext cx="8229600" cy="36576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5. ELECTRONICS &amp; CODE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2788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600"/>
                </a:solidFill>
              </a:rPr>
              <a:t>6-8 hours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2788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Arduino programming, testing, serial debugging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solidFill>
            <a:srgbClr val="41404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32278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6. TACTICAL FINISHING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389120" y="32278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600"/>
                </a:solidFill>
              </a:rPr>
              <a:t>8-10 hours + 48hr cure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126480" y="32278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Painting, weathering effects, protective coating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639312"/>
            <a:ext cx="8229600" cy="36576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" y="36667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7. FINAL ASSEMBLY &amp; QA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389120" y="366674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600"/>
                </a:solidFill>
              </a:rPr>
              <a:t>2-3 hours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126480" y="366674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Component integration, full system testing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6B2F"/>
                </a:solidFill>
              </a:rPr>
              <a:t>TOTAL BUILD TIME: 2 weeks | Total Project Cost: £160-180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PORTFOLIO HIGHLIGHTS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66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Competencies Demonstrated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143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HARDWARE DESIGN &amp; CAD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11430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3D modeling (OpenSCAD), parametric design, manufacturing constraints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594360"/>
          </a:xfrm>
          <a:prstGeom prst="rect">
            <a:avLst/>
          </a:prstGeom>
          <a:solidFill>
            <a:srgbClr val="4140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828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ELECTRONICS &amp; MICROCONTROLLERS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Arduino Uno R3, pin mapping, interrupt handling, analog/digital I/O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59436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514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3D PRINTING &amp; MANUFACTURING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25146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QIDI Q2 optimization, support strategies, post-processing workflows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8229600" cy="594360"/>
          </a:xfrm>
          <a:prstGeom prst="rect">
            <a:avLst/>
          </a:prstGeom>
          <a:solidFill>
            <a:srgbClr val="41404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200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EMBEDDED SYSTEMS PROGRAMMING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0" y="32004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C++ firmware, serial communication, LED control, button interrupts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solidFill>
            <a:srgbClr val="556B2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886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PROFESSIONAL FINISHING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0" y="38862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Paint/coating techniques, tactical design aesthetics, detail work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8229600" cy="594360"/>
          </a:xfrm>
          <a:prstGeom prst="rect">
            <a:avLst/>
          </a:prstGeom>
          <a:solidFill>
            <a:srgbClr val="41404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572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FULL-STACK INTEGRATION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0" y="45720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Hardware + software integration, component reliability, user interface design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56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PROFESSIONAL ENGINEERING PROJECT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0" y="2194560"/>
            <a:ext cx="3657600" cy="457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4231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Full-stack hardware + software engineering project demonstrating design thinking, manufacturing skills, electronics knowledge, and professional execution.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From concept to completion: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3D CAD design • Electronics integration • Embedded systems programming • Professional manufacturing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Portfolio-ready professional device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2026-08-26T07:57:53Z</dcterms:created>
  <dcterms:modified xsi:type="dcterms:W3CDTF">2026-08-26T07:57:53Z</dcterms:modified>
</cp:coreProperties>
</file>