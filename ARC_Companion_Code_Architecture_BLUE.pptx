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0A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 COMPANION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ARCHITECTURE &amp;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560320"/>
            <a:ext cx="548640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 Uno R3 Embedded Systems | GitHub Repository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Code Walkthrough &amp; Architecture Documentation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ARCHITECTURE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System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64008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 init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1645920" cy="640080"/>
          </a:xfrm>
          <a:prstGeom prst="roundRect">
            <a:avLst/>
          </a:prstGeom>
          <a:solidFill>
            <a:srgbClr val="3D4F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STRUCTS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Blueprints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State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0" y="1097280"/>
            <a:ext cx="1645920" cy="640080"/>
          </a:xfrm>
          <a:prstGeom prst="roundRect">
            <a:avLst/>
          </a:prstGeom>
          <a:solidFill>
            <a:srgbClr val="006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Buttons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Knobs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Debounce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1645920" cy="640080"/>
          </a:xfrm>
          <a:prstGeom prst="roundRect">
            <a:avLst/>
          </a:prstGeom>
          <a:solidFill>
            <a:srgbClr val="FF66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SYSTEM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0" y="1097280"/>
            <a:ext cx="1645920" cy="64008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1389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LEDs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Buzzer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components run in MAIN LOOP (~50-100 times per second)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CYCLE: Read Inputs → Process → Update State → Output → Display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2026-08-26T12:52:58Z</dcterms:created>
  <dcterms:modified xsi:type="dcterms:W3CDTF">2026-08-26T12:52:58Z</dcterms:modified>
</cp:coreProperties>
</file>