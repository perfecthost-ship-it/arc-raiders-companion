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56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 COMPANION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SOFTWARE ARCHITECTURE &amp; CODE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2560320"/>
            <a:ext cx="5486400" cy="457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Arduino Uno R3 Embedded Systems | GitHub Repository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Code Walkthrough &amp; Architecture Documentation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SOFTWARE ARCHITECTURE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System Overview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645920" cy="640080"/>
          </a:xfrm>
          <a:prstGeom prst="roundRect">
            <a:avLst/>
          </a:prstGeom>
          <a:solidFill>
            <a:srgbClr val="556B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43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SETUP()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898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 config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Interrupts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 init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0" y="1097280"/>
            <a:ext cx="1645920" cy="640080"/>
          </a:xfrm>
          <a:prstGeom prst="roundRect">
            <a:avLst/>
          </a:prstGeom>
          <a:solidFill>
            <a:srgbClr val="3D4F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77440" y="1143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STRUCTS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13898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Blueprints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 State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0" y="1097280"/>
            <a:ext cx="1645920" cy="640080"/>
          </a:xfrm>
          <a:prstGeom prst="roundRect">
            <a:avLst/>
          </a:prstGeom>
          <a:solidFill>
            <a:srgbClr val="006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06240" y="1143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13898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Buttons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Knobs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Debounce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0" y="1097280"/>
            <a:ext cx="1645920" cy="640080"/>
          </a:xfrm>
          <a:prstGeom prst="roundRect">
            <a:avLst/>
          </a:prstGeom>
          <a:solidFill>
            <a:srgbClr val="FF66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1143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 SYSTEM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13898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machine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772400" y="1097280"/>
            <a:ext cx="1645920" cy="640080"/>
          </a:xfrm>
          <a:prstGeom prst="roundRect">
            <a:avLst/>
          </a:prstGeom>
          <a:solidFill>
            <a:srgbClr val="556B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0" y="1143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13898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LEDs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Buzzer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194560" y="1371600"/>
            <a:ext cx="182880" cy="0"/>
          </a:xfrm>
          <a:prstGeom prst="line">
            <a:avLst/>
          </a:prstGeom>
          <a:noFill/>
          <a:ln w="12700">
            <a:solidFill>
              <a:srgbClr val="556B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components run in MAIN LOOP (~50-100 times per second)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24688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CYCLE: Read Inputs → Process → Update State → Output → Display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 CONFIGURATION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Arduino Uno R3 - All Connections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1430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INPUTS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813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 2  (INT0) → MENU button [Interrupt]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739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 3  (INT1) → SELECT button [Interrupt]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665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 4  → BACK button [Poll]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591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 5  → ACTION button [Poll]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517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 6-9 → UTILITY buttons 1-4 [Poll]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31920" cy="3200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7889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 INPUTS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1272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 → KNOB_LEFT (0-1023) → Menu navigation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198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 → KNOB_RIGHT (0-1023) → Value adjust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7124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Mapped to application-specific ranges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37760" y="11430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 OUTPUTS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14813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 12 (LED_BLUE) → Power indicator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17739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 13 (LED_GREEN) → Active indicator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20665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 A4 (LED_RED) → Alert indicator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23591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 A5 (LED_YELLOW) → Activity indicator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2743200"/>
            <a:ext cx="3931920" cy="320040"/>
          </a:xfrm>
          <a:prstGeom prst="rect">
            <a:avLst/>
          </a:prstGeom>
          <a:solidFill>
            <a:srgbClr val="3D4F1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37760" y="27889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SPECIAL OUTPUTS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1272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 11 → RGB Underglow (WS2812B data)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34198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 10 → Piezo Buzzer (audio feedback)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37124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→ Serial communication (9600 baud)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STRUCTURES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C++ Structs &amp; Variables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Blueprint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name[30]         // Max 30 chars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 rarity            // 0-3 (Common-Epic)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location[20]      // Where to find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 components        // Quantity needed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discovered     // Player found it?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0972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GameStats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3716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uint16_t raids_completed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uint16_t raids_successful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uint32_t total_playtime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 blueprints_found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uint16_t best_raid_time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468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6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MenuState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STATE_HOME → STATE_BLUEPRINTS → STATE_SEARCH → STATE_RAID_TIMER → STATE_STATS → STATE_LED_CONTROL → STATE_SETTINGS → Back to HOME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demo blueprints stored in PROGMEM (program memory)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CODE SECTIONS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Functions &amp; Their Purpose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13385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INITIALIZATION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447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- Runs once on power-up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initializeEEPROM() - Load saved game data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299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setupInterrupts() - Enable INT0/INT1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37760" y="113385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HANDLING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4447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handleMenuButton() - Fast interrupt response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7373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handleButtonInput() - Poll-based reading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0299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readAnalogKnobs() - Get rotation 0-1023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3931920" cy="2743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59689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LOGIC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9077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- Main runtime (50-100x/sec)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2004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updateMenuState() - Process state changes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4930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updateRaidTimer() - Countdown tracking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560320"/>
            <a:ext cx="3931920" cy="274320"/>
          </a:xfrm>
          <a:prstGeom prst="rect">
            <a:avLst/>
          </a:prstGeom>
          <a:solidFill>
            <a:srgbClr val="3D4F1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937760" y="259689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&amp; DISPLAY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29077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updateStatusLEDs() - Update 4 indicators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32004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displayMenu() - Serial output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34930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controlUnderglowLED() - RGB effects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HANDLING SYSTEM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Two-Method Approach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15214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INTERRUPT-DRIVEN (Pins 2 &amp; 3)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087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Called IMMEDIATELY on press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MENU &amp; SELECT buttons (critical)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&lt;2ms response time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Must be brief (no delays)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Can't do complex ops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37760" y="115214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POLLING (Pins 4-9)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50876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Read every loop cycle (10-20ms)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BACK, ACTION, UTILITY buttons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Can perform complex operations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Slight response delay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Safe for game logic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843784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DEBOUNCING: 20ms delay prevents multiple triggers from button bounce/contact chatter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154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Problem: Physical button pressed → Electrical noise → Multiple triggers detected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Solution: Read button → Wait 20ms → Read again → If still pressed, count as 1 press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 INPUT: ROTARY KNOBS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Mapping Physical Rotation to Data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6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Potentiometer Reading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value = analogRead(A0);  // Returns 0-1023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 = fully CCW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512 = middle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1023 = fully CW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0972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Mapping to Application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3716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 to menu items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menu_pos = map(value, 0, 1023, 0, 5);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value: 0-1023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menu_pos: 0-5 (6 items)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Application: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Knob LEFT  → Menu navigation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Knob RIGHT → Value adjustment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77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KNOB CONTROL FLOW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97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analogRead() → Map to range (0-1023 → 0-5) → Update menu position → Refresh display → User sees change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 resolution: 10-bit (1024 levels) | Update rate: ~10ms per sample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MACHINE LOGIC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Menu Navigation Works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MenuState Definitions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STATE_HOME        → Boot/idle screen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STATE_BLUEPRINTS  → Browse found blueprints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STATE_SEARCH      → Search blueprint database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STATE_RAID_TIMER  → Active raid countdown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STATE_STATS       → View game statistics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STATE_LED_CONTROL → Adjust LED colors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STATE_SETTINGS    → Device configuration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60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Transitions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loop():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(menu_button_pressed) current_menu++;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(select_button_pressed) enterMenu();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(back_button_pressed) current_menu = STATE_HOME;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RAID TIMER SYSTEM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 Countdown Tracking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6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RaidTimer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active;        // Running?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long start_time;  // When started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long duration;    // Total seconds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long elapsed;     // Elapsed so far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0972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Logic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3716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(raid_active)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elapsed = (millis() - start) / 1000;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(elapsed &gt;= duration)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active = false;  // Complete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recordStats();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468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TIMER CONTROL FLOW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88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User starts raid → Record start time (millis()) → Set duration (120 sec) → Set active=true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Each loop: Calculate elapsed = (current time - start time)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Display: "45/120 seconds" → LED pulses → Yellow indicator blinks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Timer complete: Stop → Update stats → Sound alert → Save to EEPROM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 STATUS INDICATORS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4-Color Communication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70432"/>
            <a:ext cx="274320" cy="27432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097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 (Pin 12)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1097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 Status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0972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ON when powered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274320" cy="27432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1554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 (Pin 13)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554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Active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5544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when using menus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084832"/>
            <a:ext cx="274320" cy="274320"/>
          </a:xfrm>
          <a:prstGeom prst="ellipse">
            <a:avLst/>
          </a:prstGeom>
          <a:solidFill>
            <a:srgbClr val="FF33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2011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(Pin A4)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011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Alert/Warning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0116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if error detected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2542032"/>
            <a:ext cx="274320" cy="27432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7280" y="2468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YELLOW (Pin A5)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2468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4688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PULSES during raid timer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 CONTROL CODE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291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updateStatusLEDs()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digitalWrite(LED_BLUE, HIGH);  // Always 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digitalWrite(LED_GREEN, (current_menu != HOME) ? HIGH : LOW);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digitalWrite(LED_RED, error_flag ? HIGH : LOW);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digitalWrite(LED_YELLOW, raid_active ? HIGH : LOW);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LOOP EXECUTION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Happens Every 10-20ms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6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Simplified Loop() Pseudocode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1. READ ALL INPUTS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readButtonStates();        // Pins 2-9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readAnalogKnobs();         // A0, A1 → 0-1023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2. UPDATE STATE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updateMenuState();         // Process button input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updateRaidTimer();         // Count down if active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3. CALCULATE OUTPUT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calculateStatusLEDs();      // What LEDs should show?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4. SEND OUTPUT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updateStatusLEDs();        // Write to pins 12, 13, A4, A5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displayMenuOutput();       // Serial output to USB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delay(10);  // 10ms cycle ≈ 100Hz loop frequency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 COMMUNICATION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↔ Computer (9600 Baud)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Arduino → USB → Serial Monitor (Arduino IDE) or Any Terminal (Putty, etc.)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Baud Rate: 9600 | Data Bits: 8 | Parity: None | Stop Bits: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03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Output Sequence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774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ARC COMPANION ▼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Blueprint Search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cannon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Found: Energy Cannon Barrel | EPIC | 3 components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Raid? [Y/N]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Raid Timer: 5/120 seconds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Raid Timer: 10/120 seconds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Raid Complete! Stats updated.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USER INTERACTION FLOW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Step-by-Step Integration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POWER ON → setup() → All pins configured, interrupts enabled, EEPROM loaded, "Ready" → Blue LED 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USER PRESSES MENU → INT0 interrupt fires → currentMenu++ → Green LED on → Serial output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LOOP RUNS 100x/sec: Reads buttons → Checks if select pressed → Updates menu → Outputs to LEDs/Serial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57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USER ROTATES KNOB → analogRead() returns 0-1023 → map() to 0-5 → menu_position = new value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USER PRESSES SELECT → INT1 fires → enterMenu() → Load blueprint data → Display blueprint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97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USER PRESSES ACTION (Start Raid) → raid_timer.active=true → raid_timer.start_time=millis()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MAIN LOOP UPDATES TIMER: elapsed = (millis() - start) / 1000 → "45/120 sec" → Yellow LED pulses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 RAID COMPLETE (120 sec): active=false → stats.raids_completed++ → saveToEEPROM() → Red alert blink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 POWER DOWN → All data saved → Ready for next session with progress intact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56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REPOSITORY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828800" y="2011680"/>
            <a:ext cx="5486400" cy="457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github.com/arc-companion-arduino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documentation includes: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154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Full Arduino sketch with 520+ lines of commented code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3474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Detailed README with architecture diagrams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3794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Pin configuration and wiring guide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4114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Code examples for extending functionality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4434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Performance specifications and benchmarks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Troubleshooting guide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2026-08-26T12:36:38Z</dcterms:created>
  <dcterms:modified xsi:type="dcterms:W3CDTF">2026-08-26T12:36:38Z</dcterms:modified>
</cp:coreProperties>
</file>