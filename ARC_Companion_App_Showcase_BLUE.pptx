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0A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COMPANION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TRACKER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2560320"/>
            <a:ext cx="548640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Progressive Web App | ARC Raiders Companion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156+ Blueprint Database | Real-time Map Conditions | Steam Integration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OVERVIEW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Blueprint Tracking System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Track 156+ ARC Raiders blueprints (Common → Legendary)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Real-time map conditions &amp; raid timers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Steam account integration for automatic data sync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Progress tracking with visual dashboards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Comprehensive farming guides &amp; strategies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Dark &amp; light theme toggle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Local storage persistence (data survives sessions)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Mobile-responsive design (phone, tablet, desktop)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Search &amp; filter by rarity, station, status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Inventory tracking (in-game vs crafted)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BLUEPRINTS TAB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Tracking Feature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Features: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156+ blueprints in database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Color-coded by rarity: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Common (gray)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Uncommon (cyan)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14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Rare (blue)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88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Epic (purple)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63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Legendary (red)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37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indicators: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✓ Learned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886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📦 In Inventory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60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🔨 Crafted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434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⚠ Not Found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097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Filter: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1417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Real-time search by name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691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Filter by station (11 locations)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1965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Toggle "Hide Learned" mode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240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Sort by rarity level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514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View detailed blueprint info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2788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063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Details Include: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337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Location (which station)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611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Rarity level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3886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Farming strategy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4160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Crafting requirements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4434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In-game effect/bonus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TAB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Raid Conditions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Conditions: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Night Raid - Wolfpack, Tempest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647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EM Storm - Snap Hook, tech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122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Closed Gate - Bobcat, locks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🏚️ Hidden Bunker - Vulcano, rare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072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🚜 Harvester - Equalizer, farms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Stella-bound - Late-game gear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021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Quest - Time-limited events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097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Display: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417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Current map conditions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691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Time until next rotation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965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Available blueprints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240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All 11 maps displayed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514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Station-specific info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788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Optimal farming paths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063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337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Condition-Specific: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611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drop when active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886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timer before raid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4160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 your farming route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4434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Maximize blueprint drops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&amp;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Progress Metrics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54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Overall completion % (visual bar)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Learned count vs total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03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Inventory items tracked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 Crafted blueprints counter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Unknown blueprints remaining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26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200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Rarity Breakdown: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Common: 32/45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49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Uncommon: 28/42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23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Rare: 21/38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97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Epic: 8/19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72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Legendary: 3/12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1161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Management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1554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Local storage persistence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828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Data survives page refresh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103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Session-to-session storage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2377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2651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Steam Integration: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2926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Load from Steam account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Auto-sync learned items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34747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One-click import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3749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Manual Controls: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4297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Mark blueprint learned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937760" y="45720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Update inventory status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48463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Reset all progress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5120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Export data (optional)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&amp; Light Mode Toggle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DARK MODE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Navy-based background (#0b1220)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Brighter signal colors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Optimized for night gaming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23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Less eye strain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97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E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Hand-tuned color palette: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971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E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Cards: #131c2f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46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E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Text: #e6eaf2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20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E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Accent: #60a5fa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94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Popular choice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LIGHT MODE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16002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Light gray background (#f1f5f9)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1874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High contrast text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Optimized for daytime use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423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Better outdoor readability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697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Clean, minimal aesthetic: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971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Cards: #ffffff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3246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Text: #0f172a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520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Accent: #60a5fa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794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Professional appearance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Progressive Web 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33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Framework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13385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(Hooks: useState, useEffect, useMemo, useContext)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17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5179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Custom CSS (responsive design)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65376"/>
            <a:ext cx="822960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901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190195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React (50+ professional SVG icons)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49424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2860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Context API (theme switching)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822960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670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267004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localStorage (local persistence)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0540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05409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API (optional user sync)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4381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343814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(installable on mobile)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85616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3822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Size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017520" y="38221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~1,400 lines JSX | ~80KB minified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0A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USE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2011680"/>
            <a:ext cx="548640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React.js Blueprint Tracker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Dark &amp; Light Themes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926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156+ Blueprint Database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246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Real-Time Search &amp; Filtering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566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Progress Tracking Dashboard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886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Local Storage + Steam Integration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4206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Mobile-Responsive Design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4526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Production-Ready Code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2026-08-26T12:52:21Z</dcterms:created>
  <dcterms:modified xsi:type="dcterms:W3CDTF">2026-08-26T12:52:21Z</dcterms:modified>
</cp:coreProperties>
</file>