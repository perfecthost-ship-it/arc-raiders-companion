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0A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 COMPANION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66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TACTICAL GAMING COMMAND DEVICE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Arduino Uno R3 | 12" HDMI Display | Military Tactical 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3D-Printed Case | Professional Portfolio 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Full-Stack Gaming Hardware Device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Custom-built tactical gaming device inspired by military radio equipment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Combines microcontroller, touchscreen, and professional control interface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Designed for ARC Raiders game: blueprint tracking, raid timer, statistics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Military aesthetic with functional components: 8 buttons, 2 knobs, 4 LEDs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3D-printed tactical case in olive drab with friction ridge grip surfaces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D4F1F"/>
                </a:solidFill>
              </a:rPr>
              <a:t>Portfolio project demonstrating hardware design, electronics, 3D printing, and Arduino programming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INSPIRATION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02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Military Tactical Radio Aesthetic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 Identity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Inspired by military communications equipment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Rugged, professional aesthetic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No unnecessary design flourishes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Function-first approach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Field-tested appearance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4F1F"/>
                </a:solidFill>
              </a:rPr>
              <a:t>Color Palette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228600" cy="2286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0352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Light Blue (Primary)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228600" cy="228600"/>
          </a:xfrm>
          <a:prstGeom prst="rect">
            <a:avLst/>
          </a:prstGeom>
          <a:solidFill>
            <a:srgbClr val="3D4F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Dark Tactical Green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228600" cy="228600"/>
          </a:xfrm>
          <a:prstGeom prst="rect">
            <a:avLst/>
          </a:prstGeom>
          <a:solidFill>
            <a:srgbClr val="4140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Gunmetal Gray (Accents)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971800"/>
            <a:ext cx="228600" cy="2286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Tactical Blue (Text)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383280"/>
            <a:ext cx="228600" cy="2286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1F"/>
                </a:solidFill>
              </a:rPr>
              <a:t>Action Orange (Buttons)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2026-08-26T12:52:41Z</dcterms:created>
  <dcterms:modified xsi:type="dcterms:W3CDTF">2026-08-26T12:52:41Z</dcterms:modified>
</cp:coreProperties>
</file>